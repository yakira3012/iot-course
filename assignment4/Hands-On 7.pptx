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0" roundtripDataSignature="AMtx7mhXblnul7Di8eHDt6Q7rE/Y3NI0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C89021-B8B1-4B50-9774-543F0F4F43A2}" v="155" dt="2023-09-17T14:10:57.867"/>
    <p1510:client id="{3547EC27-F37F-4708-84FE-87C17E06A40F}" v="34" dt="2020-05-05T09:07:22.428"/>
    <p1510:client id="{75452128-11E5-4D97-AAFD-345667539989}" v="132" dt="2020-05-07T07:51:03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ry Yurchenko" clId="Web-{21C89021-B8B1-4B50-9774-543F0F4F43A2}"/>
    <pc:docChg chg="modSld sldOrd">
      <pc:chgData name="Yury Yurchenko" userId="" providerId="" clId="Web-{21C89021-B8B1-4B50-9774-543F0F4F43A2}" dt="2023-09-17T14:10:57.867" v="154"/>
      <pc:docMkLst>
        <pc:docMk/>
      </pc:docMkLst>
      <pc:sldChg chg="modSp">
        <pc:chgData name="Yury Yurchenko" userId="" providerId="" clId="Web-{21C89021-B8B1-4B50-9774-543F0F4F43A2}" dt="2023-09-17T14:02:14.998" v="63" actId="20577"/>
        <pc:sldMkLst>
          <pc:docMk/>
          <pc:sldMk cId="0" sldId="256"/>
        </pc:sldMkLst>
        <pc:spChg chg="mod">
          <ac:chgData name="Yury Yurchenko" userId="" providerId="" clId="Web-{21C89021-B8B1-4B50-9774-543F0F4F43A2}" dt="2023-09-17T14:02:14.998" v="63" actId="20577"/>
          <ac:spMkLst>
            <pc:docMk/>
            <pc:sldMk cId="0" sldId="256"/>
            <ac:spMk id="91" creationId="{00000000-0000-0000-0000-000000000000}"/>
          </ac:spMkLst>
        </pc:spChg>
      </pc:sldChg>
      <pc:sldChg chg="modSp ord">
        <pc:chgData name="Yury Yurchenko" userId="" providerId="" clId="Web-{21C89021-B8B1-4B50-9774-543F0F4F43A2}" dt="2023-09-17T14:10:57.867" v="154"/>
        <pc:sldMkLst>
          <pc:docMk/>
          <pc:sldMk cId="0" sldId="257"/>
        </pc:sldMkLst>
        <pc:spChg chg="mod">
          <ac:chgData name="Yury Yurchenko" userId="" providerId="" clId="Web-{21C89021-B8B1-4B50-9774-543F0F4F43A2}" dt="2023-09-17T14:10:56.070" v="153" actId="20577"/>
          <ac:spMkLst>
            <pc:docMk/>
            <pc:sldMk cId="0" sldId="257"/>
            <ac:spMk id="97" creationId="{00000000-0000-0000-0000-000000000000}"/>
          </ac:spMkLst>
        </pc:spChg>
      </pc:sldChg>
      <pc:sldChg chg="modSp">
        <pc:chgData name="Yury Yurchenko" userId="" providerId="" clId="Web-{21C89021-B8B1-4B50-9774-543F0F4F43A2}" dt="2023-09-17T14:08:38.849" v="103" actId="20577"/>
        <pc:sldMkLst>
          <pc:docMk/>
          <pc:sldMk cId="0" sldId="258"/>
        </pc:sldMkLst>
        <pc:spChg chg="mod">
          <ac:chgData name="Yury Yurchenko" userId="" providerId="" clId="Web-{21C89021-B8B1-4B50-9774-543F0F4F43A2}" dt="2023-09-17T14:08:38.849" v="103" actId="20577"/>
          <ac:spMkLst>
            <pc:docMk/>
            <pc:sldMk cId="0" sldId="258"/>
            <ac:spMk id="103" creationId="{00000000-0000-0000-0000-000000000000}"/>
          </ac:spMkLst>
        </pc:spChg>
      </pc:sldChg>
      <pc:sldChg chg="modSp">
        <pc:chgData name="Yury Yurchenko" userId="" providerId="" clId="Web-{21C89021-B8B1-4B50-9774-543F0F4F43A2}" dt="2023-09-17T14:02:57.577" v="72" actId="20577"/>
        <pc:sldMkLst>
          <pc:docMk/>
          <pc:sldMk cId="0" sldId="259"/>
        </pc:sldMkLst>
        <pc:spChg chg="mod">
          <ac:chgData name="Yury Yurchenko" userId="" providerId="" clId="Web-{21C89021-B8B1-4B50-9774-543F0F4F43A2}" dt="2023-09-17T14:02:57.577" v="72" actId="20577"/>
          <ac:spMkLst>
            <pc:docMk/>
            <pc:sldMk cId="0" sldId="259"/>
            <ac:spMk id="110" creationId="{00000000-0000-0000-0000-000000000000}"/>
          </ac:spMkLst>
        </pc:spChg>
      </pc:sldChg>
    </pc:docChg>
  </pc:docChgLst>
  <pc:docChgLst>
    <pc:chgData clId="Web-{3547EC27-F37F-4708-84FE-87C17E06A40F}"/>
    <pc:docChg chg="modSld">
      <pc:chgData name="" userId="" providerId="" clId="Web-{3547EC27-F37F-4708-84FE-87C17E06A40F}" dt="2020-05-05T08:58:36.754" v="9" actId="20577"/>
      <pc:docMkLst>
        <pc:docMk/>
      </pc:docMkLst>
      <pc:sldChg chg="modSp">
        <pc:chgData name="" userId="" providerId="" clId="Web-{3547EC27-F37F-4708-84FE-87C17E06A40F}" dt="2020-05-05T08:57:38.613" v="2" actId="20577"/>
        <pc:sldMkLst>
          <pc:docMk/>
          <pc:sldMk cId="0" sldId="257"/>
        </pc:sldMkLst>
        <pc:spChg chg="mod">
          <ac:chgData name="" userId="" providerId="" clId="Web-{3547EC27-F37F-4708-84FE-87C17E06A40F}" dt="2020-05-05T08:57:38.613" v="2" actId="20577"/>
          <ac:spMkLst>
            <pc:docMk/>
            <pc:sldMk cId="0" sldId="257"/>
            <ac:spMk id="97" creationId="{00000000-0000-0000-0000-000000000000}"/>
          </ac:spMkLst>
        </pc:spChg>
      </pc:sldChg>
      <pc:sldChg chg="modSp">
        <pc:chgData name="" userId="" providerId="" clId="Web-{3547EC27-F37F-4708-84FE-87C17E06A40F}" dt="2020-05-05T08:58:36.739" v="8" actId="20577"/>
        <pc:sldMkLst>
          <pc:docMk/>
          <pc:sldMk cId="0" sldId="258"/>
        </pc:sldMkLst>
        <pc:spChg chg="mod">
          <ac:chgData name="" userId="" providerId="" clId="Web-{3547EC27-F37F-4708-84FE-87C17E06A40F}" dt="2020-05-05T08:58:36.739" v="8" actId="20577"/>
          <ac:spMkLst>
            <pc:docMk/>
            <pc:sldMk cId="0" sldId="258"/>
            <ac:spMk id="103" creationId="{00000000-0000-0000-0000-000000000000}"/>
          </ac:spMkLst>
        </pc:spChg>
      </pc:sldChg>
    </pc:docChg>
  </pc:docChgLst>
  <pc:docChgLst>
    <pc:chgData clId="Web-{75452128-11E5-4D97-AAFD-345667539989}"/>
    <pc:docChg chg="modSld">
      <pc:chgData name="" userId="" providerId="" clId="Web-{75452128-11E5-4D97-AAFD-345667539989}" dt="2020-05-07T07:51:03.775" v="131" actId="20577"/>
      <pc:docMkLst>
        <pc:docMk/>
      </pc:docMkLst>
      <pc:sldChg chg="modSp">
        <pc:chgData name="" userId="" providerId="" clId="Web-{75452128-11E5-4D97-AAFD-345667539989}" dt="2020-05-07T07:49:53.636" v="128" actId="20577"/>
        <pc:sldMkLst>
          <pc:docMk/>
          <pc:sldMk cId="0" sldId="258"/>
        </pc:sldMkLst>
        <pc:spChg chg="mod">
          <ac:chgData name="" userId="" providerId="" clId="Web-{75452128-11E5-4D97-AAFD-345667539989}" dt="2020-05-07T07:49:53.636" v="128" actId="20577"/>
          <ac:spMkLst>
            <pc:docMk/>
            <pc:sldMk cId="0" sldId="258"/>
            <ac:spMk id="103" creationId="{00000000-0000-0000-0000-000000000000}"/>
          </ac:spMkLst>
        </pc:spChg>
      </pc:sldChg>
      <pc:sldChg chg="modSp">
        <pc:chgData name="" userId="" providerId="" clId="Web-{75452128-11E5-4D97-AAFD-345667539989}" dt="2020-05-07T07:51:03.775" v="131" actId="20577"/>
        <pc:sldMkLst>
          <pc:docMk/>
          <pc:sldMk cId="0" sldId="259"/>
        </pc:sldMkLst>
        <pc:spChg chg="mod">
          <ac:chgData name="" userId="" providerId="" clId="Web-{75452128-11E5-4D97-AAFD-345667539989}" dt="2020-05-07T07:51:03.775" v="131" actId="20577"/>
          <ac:spMkLst>
            <pc:docMk/>
            <pc:sldMk cId="0" sldId="259"/>
            <ac:spMk id="110" creationId="{00000000-0000-0000-0000-000000000000}"/>
          </ac:spMkLst>
        </pc:spChg>
      </pc:sldChg>
    </pc:docChg>
  </pc:docChgLst>
  <pc:docChgLst>
    <pc:chgData clId="Web-{9731729B-4A89-432E-B400-26E0BEF8478E}"/>
    <pc:docChg chg="modSld">
      <pc:chgData name="" userId="" providerId="" clId="Web-{9731729B-4A89-432E-B400-26E0BEF8478E}" dt="2020-05-05T09:07:22.428" v="25" actId="20577"/>
      <pc:docMkLst>
        <pc:docMk/>
      </pc:docMkLst>
      <pc:sldChg chg="modSp">
        <pc:chgData name="" userId="" providerId="" clId="Web-{9731729B-4A89-432E-B400-26E0BEF8478E}" dt="2020-05-05T09:07:22.413" v="24" actId="20577"/>
        <pc:sldMkLst>
          <pc:docMk/>
          <pc:sldMk cId="0" sldId="258"/>
        </pc:sldMkLst>
        <pc:spChg chg="mod">
          <ac:chgData name="" userId="" providerId="" clId="Web-{9731729B-4A89-432E-B400-26E0BEF8478E}" dt="2020-05-05T09:07:22.413" v="24" actId="20577"/>
          <ac:spMkLst>
            <pc:docMk/>
            <pc:sldMk cId="0" sldId="258"/>
            <ac:spMk id="103" creationId="{00000000-0000-0000-0000-000000000000}"/>
          </ac:spMkLst>
        </pc:spChg>
      </pc:sldChg>
      <pc:sldChg chg="modSp">
        <pc:chgData name="" userId="" providerId="" clId="Web-{9731729B-4A89-432E-B400-26E0BEF8478E}" dt="2020-05-05T09:06:38.084" v="21" actId="20577"/>
        <pc:sldMkLst>
          <pc:docMk/>
          <pc:sldMk cId="0" sldId="259"/>
        </pc:sldMkLst>
        <pc:spChg chg="mod">
          <ac:chgData name="" userId="" providerId="" clId="Web-{9731729B-4A89-432E-B400-26E0BEF8478E}" dt="2020-05-05T09:06:38.084" v="21" actId="20577"/>
          <ac:spMkLst>
            <pc:docMk/>
            <pc:sldMk cId="0" sldId="259"/>
            <ac:spMk id="1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6cde2911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6cde2911b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6cde2911b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Cambria"/>
              <a:buNone/>
              <a:defRPr sz="6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C8B8A"/>
                </a:solidFill>
              </a:defRPr>
            </a:lvl1pPr>
            <a:lvl2pPr lvl="1" algn="ctr" rtl="1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C8B8A"/>
                </a:solidFill>
              </a:defRPr>
            </a:lvl2pPr>
            <a:lvl3pPr lvl="2" algn="ctr" rtl="1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C8B8A"/>
                </a:solidFill>
              </a:defRPr>
            </a:lvl3pPr>
            <a:lvl4pPr lvl="3" algn="ctr" rtl="1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C8B8A"/>
                </a:solidFill>
              </a:defRPr>
            </a:lvl4pPr>
            <a:lvl5pPr lvl="4" algn="ctr" rtl="1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C8B8A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C8B8A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C8B8A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C8B8A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C8B8A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mbria"/>
              <a:buNone/>
              <a:defRPr sz="36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C8B8A"/>
                </a:solidFill>
              </a:defRPr>
            </a:lvl1pPr>
            <a:lvl2pPr marL="914400" lvl="1" indent="-228600" algn="r" rtl="1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C8B8A"/>
                </a:solidFill>
              </a:defRPr>
            </a:lvl2pPr>
            <a:lvl3pPr marL="1371600" lvl="2" indent="-228600" algn="r" rtl="1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C8B8A"/>
                </a:solidFill>
              </a:defRPr>
            </a:lvl3pPr>
            <a:lvl4pPr marL="1828800" lvl="3" indent="-228600" algn="r" rtl="1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B8A"/>
                </a:solidFill>
              </a:defRPr>
            </a:lvl4pPr>
            <a:lvl5pPr marL="2286000" lvl="4" indent="-228600" algn="r" rtl="1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B8A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B8A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B8A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B8A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B8A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457200" y="1536192"/>
            <a:ext cx="3657600" cy="459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r" rtl="1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r" rtl="1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2"/>
          </p:nvPr>
        </p:nvSpPr>
        <p:spPr>
          <a:xfrm>
            <a:off x="4419600" y="1536192"/>
            <a:ext cx="3657600" cy="459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r" rtl="1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r" rtl="1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 rtl="1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r" rtl="1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365760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r" rtl="1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r" rtl="1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r" rtl="1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r" rtl="1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3"/>
          </p:nvPr>
        </p:nvSpPr>
        <p:spPr>
          <a:xfrm>
            <a:off x="4419600" y="1535113"/>
            <a:ext cx="3657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 rtl="1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r" rtl="1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4"/>
          </p:nvPr>
        </p:nvSpPr>
        <p:spPr>
          <a:xfrm>
            <a:off x="4419600" y="2174875"/>
            <a:ext cx="365760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r" rtl="1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r" rtl="1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r" rtl="1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r" rtl="1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mbria"/>
              <a:buNone/>
              <a:defRPr sz="2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1"/>
          </p:nvPr>
        </p:nvSpPr>
        <p:spPr>
          <a:xfrm>
            <a:off x="304799" y="6096000"/>
            <a:ext cx="777240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r" rtl="1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r" rtl="1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r" rtl="1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r" rtl="1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2"/>
          </p:nvPr>
        </p:nvSpPr>
        <p:spPr>
          <a:xfrm>
            <a:off x="304800" y="381000"/>
            <a:ext cx="7772400" cy="494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mbria"/>
              <a:buNone/>
              <a:defRPr sz="22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>
            <a:spLocks noGrp="1"/>
          </p:cNvSpPr>
          <p:nvPr>
            <p:ph type="pic" idx="2"/>
          </p:nvPr>
        </p:nvSpPr>
        <p:spPr>
          <a:xfrm>
            <a:off x="0" y="0"/>
            <a:ext cx="8458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r" rtl="1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>
            <a:off x="301752" y="6096000"/>
            <a:ext cx="7772400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r" rtl="1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r" rtl="1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r" rtl="1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r" rtl="1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1866900" y="190500"/>
            <a:ext cx="4800600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 rot="5400000">
            <a:off x="4579937" y="2324100"/>
            <a:ext cx="5851525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5000">
              <a:schemeClr val="lt1"/>
            </a:gs>
            <a:gs pos="100000">
              <a:srgbClr val="D8D8D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  <a:defRPr sz="46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r" rtl="1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r" rt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r" rtl="1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r" rtl="1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r" rtl="1">
              <a:spcBef>
                <a:spcPts val="28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4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4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hingsboard.cloud/signu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ingsboard.io/docs/getting-started-guides/helloworld/#step-1-provision-devic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mo.thingsboard.io/hom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685800" y="1905001"/>
            <a:ext cx="7543800" cy="1235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Cambria"/>
              <a:buNone/>
            </a:pPr>
            <a:r>
              <a:rPr lang="en-US" b="1"/>
              <a:t>IOT</a:t>
            </a:r>
            <a:endParaRPr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 Hands-On 7 </a:t>
            </a:r>
            <a:r>
              <a:rPr lang="en-US" sz="2400" b="1" i="1" dirty="0" err="1">
                <a:solidFill>
                  <a:srgbClr val="2F2B20"/>
                </a:solidFill>
              </a:rPr>
              <a:t>ThingsBoard</a:t>
            </a:r>
            <a:endParaRPr lang="en-US" dirty="0" err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6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Steps TODO:</a:t>
            </a:r>
            <a:endParaRPr/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457200" y="989864"/>
            <a:ext cx="7620000" cy="5256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2" algn="l">
              <a:buNone/>
            </a:pPr>
            <a:r>
              <a:rPr lang="en-US" sz="2200" dirty="0"/>
              <a:t>Step 1. Start from here (</a:t>
            </a:r>
            <a:r>
              <a:rPr lang="en-US" sz="2200" dirty="0" err="1"/>
              <a:t>signup</a:t>
            </a:r>
            <a:r>
              <a:rPr lang="en-US" sz="2200" dirty="0"/>
              <a:t> for it)</a:t>
            </a:r>
            <a:endParaRPr lang="en-US" dirty="0"/>
          </a:p>
          <a:p>
            <a:pPr lvl="2" algn="l">
              <a:buNone/>
            </a:pPr>
            <a:r>
              <a:rPr lang="en-US" sz="2200" dirty="0">
                <a:hlinkClick r:id="rId3"/>
              </a:rPr>
              <a:t>https://thingsboard.cloud/signup</a:t>
            </a:r>
            <a:endParaRPr lang="en-US"/>
          </a:p>
          <a:p>
            <a:pPr lvl="2" algn="l">
              <a:buNone/>
            </a:pPr>
            <a:endParaRPr lang="en-US" sz="2200" dirty="0"/>
          </a:p>
          <a:p>
            <a:pPr lvl="2" algn="l">
              <a:buNone/>
            </a:pPr>
            <a:endParaRPr lang="en-US" dirty="0"/>
          </a:p>
          <a:p>
            <a:pPr lvl="2" algn="l">
              <a:buNone/>
            </a:pPr>
            <a:r>
              <a:rPr lang="en-US" sz="2200" dirty="0"/>
              <a:t>Step 2. (</a:t>
            </a:r>
            <a:r>
              <a:rPr lang="en-US" sz="2200" dirty="0">
                <a:solidFill>
                  <a:srgbClr val="FF0000"/>
                </a:solidFill>
              </a:rPr>
              <a:t>Assignment#4</a:t>
            </a:r>
            <a:r>
              <a:rPr lang="en-US" sz="2200" dirty="0"/>
              <a:t>) Open the next link and to complete the next QuickStart:</a:t>
            </a:r>
          </a:p>
          <a:p>
            <a:pPr lvl="2" algn="l">
              <a:buNone/>
            </a:pPr>
            <a:r>
              <a:rPr lang="en-US" sz="2200" dirty="0">
                <a:hlinkClick r:id="rId4"/>
              </a:rPr>
              <a:t>https://thingsboard.io/docs/getting-started-guides/helloworld/#step-1-provision-device</a:t>
            </a:r>
            <a:endParaRPr lang="en-US"/>
          </a:p>
          <a:p>
            <a:pPr lvl="2" algn="l">
              <a:buNone/>
            </a:pPr>
            <a:endParaRPr lang="en-US" sz="2200" dirty="0"/>
          </a:p>
          <a:p>
            <a:pPr marL="777240" lvl="2" indent="0" algn="l">
              <a:spcBef>
                <a:spcPts val="440"/>
              </a:spcBef>
              <a:buSzPts val="2200"/>
              <a:buNone/>
            </a:pPr>
            <a:endParaRPr lang="en-US" sz="2200" dirty="0"/>
          </a:p>
          <a:p>
            <a:pPr marL="776605" lvl="2" indent="0" algn="l" rtl="0">
              <a:spcBef>
                <a:spcPts val="440"/>
              </a:spcBef>
              <a:buSzPts val="2200"/>
              <a:buNone/>
            </a:pPr>
            <a:r>
              <a:rPr lang="en-US" sz="2200" dirty="0"/>
              <a:t>Do print screen on </a:t>
            </a:r>
            <a:r>
              <a:rPr lang="en-US" sz="2200" u="sng" dirty="0"/>
              <a:t>all successful </a:t>
            </a:r>
            <a:r>
              <a:rPr lang="en-US" sz="2200" dirty="0"/>
              <a:t>steps(at least 5 steps) , create doc report.</a:t>
            </a:r>
            <a:endParaRPr dirty="0"/>
          </a:p>
          <a:p>
            <a:pPr marL="1005839" lvl="2" indent="-88900" algn="l" rtl="0"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sz="2200" dirty="0"/>
          </a:p>
          <a:p>
            <a:pPr marL="776605" lvl="2" indent="0" algn="l" rtl="0">
              <a:spcBef>
                <a:spcPts val="480"/>
              </a:spcBef>
              <a:buSzPts val="2400"/>
              <a:buNone/>
            </a:pPr>
            <a:r>
              <a:rPr lang="en-US" sz="2400" dirty="0"/>
              <a:t>Submit </a:t>
            </a:r>
            <a:r>
              <a:rPr lang="en-US" sz="2400" dirty="0">
                <a:solidFill>
                  <a:srgbClr val="FF0000"/>
                </a:solidFill>
              </a:rPr>
              <a:t>Assignment #4 (Last for IOT course)</a:t>
            </a:r>
            <a:endParaRPr dirty="0"/>
          </a:p>
          <a:p>
            <a:pPr marL="1005839" lvl="2" indent="-88900" algn="l" rtl="0"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sz="2200" dirty="0"/>
          </a:p>
          <a:p>
            <a:pPr marL="777240" lvl="2" indent="0" algn="l" rtl="0"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sz="2200" dirty="0"/>
          </a:p>
          <a:p>
            <a:pPr marL="114300" lvl="0" indent="0" algn="l" rtl="0"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Hands-On #7</a:t>
            </a:r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526895" y="1642017"/>
            <a:ext cx="7620000" cy="420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 b="1" dirty="0"/>
              <a:t>Goals:</a:t>
            </a:r>
            <a:endParaRPr dirty="0"/>
          </a:p>
          <a:p>
            <a:pPr marL="411480" lvl="1" indent="0" algn="l" rtl="0">
              <a:spcBef>
                <a:spcPts val="560"/>
              </a:spcBef>
              <a:buSzPts val="2800"/>
              <a:buNone/>
            </a:pPr>
            <a:r>
              <a:rPr lang="en-US" sz="2800" dirty="0"/>
              <a:t>Learn how to build a simple but complete virtual IoT system based on </a:t>
            </a:r>
            <a:r>
              <a:rPr lang="en-US" sz="2800" dirty="0" err="1"/>
              <a:t>ThingsBoard</a:t>
            </a:r>
            <a:r>
              <a:rPr lang="en-US" sz="2800" dirty="0"/>
              <a:t> server use. </a:t>
            </a:r>
          </a:p>
          <a:p>
            <a:pPr marL="114300" indent="0" algn="l">
              <a:buClr>
                <a:srgbClr val="A9A57C"/>
              </a:buClr>
              <a:buSzPts val="2800"/>
              <a:buNone/>
            </a:pPr>
            <a:r>
              <a:rPr lang="en-US" sz="2800" dirty="0"/>
              <a:t>Connect devices to </a:t>
            </a:r>
            <a:r>
              <a:rPr lang="en-US" sz="2400" b="1" i="1" dirty="0" err="1"/>
              <a:t>ThingsBoard</a:t>
            </a:r>
            <a:r>
              <a:rPr lang="en-US" sz="2400" b="1" i="1" dirty="0"/>
              <a:t>   </a:t>
            </a:r>
            <a:r>
              <a:rPr lang="en-US" sz="2800" dirty="0"/>
              <a:t>* </a:t>
            </a:r>
            <a:r>
              <a:rPr lang="en-US" sz="2400" b="1" i="1" dirty="0"/>
              <a:t> </a:t>
            </a:r>
            <a:endParaRPr lang="en-US" sz="2400" b="1" dirty="0"/>
          </a:p>
          <a:p>
            <a:pPr marL="114300" indent="0" algn="l">
              <a:buClr>
                <a:srgbClr val="A9A57C"/>
              </a:buClr>
              <a:buSzPts val="2800"/>
              <a:buNone/>
            </a:pPr>
            <a:r>
              <a:rPr lang="en-US" sz="2800" dirty="0"/>
              <a:t>Push data from devices to </a:t>
            </a:r>
            <a:r>
              <a:rPr lang="en-US" sz="2400" b="1" i="1" dirty="0" err="1"/>
              <a:t>ThingsBoard</a:t>
            </a:r>
            <a:r>
              <a:rPr lang="en-US" sz="2400" b="1" i="1" dirty="0"/>
              <a:t>   </a:t>
            </a:r>
            <a:r>
              <a:rPr lang="en-US" sz="2800" dirty="0"/>
              <a:t>*</a:t>
            </a:r>
            <a:r>
              <a:rPr lang="en-US" sz="2400" b="1" i="1" dirty="0"/>
              <a:t>  </a:t>
            </a:r>
          </a:p>
          <a:p>
            <a:pPr marL="114300" indent="0" algn="l">
              <a:buClr>
                <a:srgbClr val="A9A57C"/>
              </a:buClr>
              <a:buSzPts val="2800"/>
              <a:buNone/>
            </a:pPr>
            <a:r>
              <a:rPr lang="en-US" sz="2800" dirty="0"/>
              <a:t>Build real-time end-user dashboards  *  </a:t>
            </a:r>
          </a:p>
          <a:p>
            <a:pPr marL="114300" indent="0" algn="l">
              <a:buClr>
                <a:srgbClr val="A9A57C"/>
              </a:buClr>
              <a:buSzPts val="2800"/>
              <a:buNone/>
            </a:pPr>
            <a:r>
              <a:rPr lang="en-US" sz="2800" dirty="0"/>
              <a:t> Define thresholds and trigger  *  </a:t>
            </a:r>
          </a:p>
          <a:p>
            <a:pPr marL="114300" indent="0" algn="l">
              <a:buClr>
                <a:srgbClr val="A9A57C"/>
              </a:buClr>
              <a:buSzPts val="2800"/>
              <a:buNone/>
            </a:pPr>
            <a:r>
              <a:rPr lang="en-US" sz="2800" dirty="0"/>
              <a:t>Push notifications about new alarms  *  </a:t>
            </a:r>
          </a:p>
          <a:p>
            <a:pPr marL="640080" lvl="1" indent="-228600" algn="l">
              <a:spcBef>
                <a:spcPts val="560"/>
              </a:spcBef>
              <a:buSzPts val="2800"/>
            </a:pP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6cde2911b0_0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Additional links</a:t>
            </a:r>
            <a:endParaRPr/>
          </a:p>
        </p:txBody>
      </p:sp>
      <p:sp>
        <p:nvSpPr>
          <p:cNvPr id="110" name="Google Shape;110;g6cde2911b0_0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hlinkClick r:id="rId3"/>
              </a:rPr>
              <a:t>https://demo.thingsboard.io/home</a:t>
            </a:r>
            <a:endParaRPr lang="en-US"/>
          </a:p>
          <a:p>
            <a:pPr marL="0" lvl="0" indent="0" algn="l">
              <a:spcBef>
                <a:spcPts val="360"/>
              </a:spcBef>
              <a:spcAft>
                <a:spcPts val="0"/>
              </a:spcAft>
              <a:buNone/>
            </a:pP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On-screen Show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Adjacency</vt:lpstr>
      <vt:lpstr>IOT</vt:lpstr>
      <vt:lpstr>Steps TODO:</vt:lpstr>
      <vt:lpstr>Hands-On #7</vt:lpstr>
      <vt:lpstr>Additional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</dc:title>
  <dc:creator>c_yuryy@qti.qualcomm.com</dc:creator>
  <cp:lastModifiedBy>Yuri Yurchenko</cp:lastModifiedBy>
  <cp:revision>95</cp:revision>
  <dcterms:created xsi:type="dcterms:W3CDTF">2016-09-20T09:32:13Z</dcterms:created>
  <dcterms:modified xsi:type="dcterms:W3CDTF">2023-09-17T14:11:03Z</dcterms:modified>
</cp:coreProperties>
</file>